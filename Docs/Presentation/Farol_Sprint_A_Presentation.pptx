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7b5d382-112e-55e4-9f3f-ec4adb3b9acc}">
          <p14:sldIdLst>
            <p14:sldId id="256"/>
          </p14:sldIdLst>
        </p14:section>
        <p14:section name="Product" id="{184b4c8b-7c6c-6c76-b760-5958322696a2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288eb3a8-013b-d5ec-57a2-8a646247092a}">
          <p14:sldIdLst>
            <p14:sldId id="262"/>
            <p14:sldId id="263"/>
            <p14:sldId id="264"/>
            <p14:sldId id="265"/>
          </p14:sldIdLst>
        </p14:section>
        <p14:section name="Plan" id="{52a9c346-c652-72e7-517a-59a719764e94}">
          <p14:sldIdLst>
            <p14:sldId id="266"/>
            <p14:sldId id="267"/>
            <p14:sldId id="268"/>
            <p14:sldId id="269"/>
          </p14:sldIdLst>
        </p14:section>
        <p14:section name="Team" id="{abeefc53-192b-898c-490d-bc4199dd3b23}">
          <p14:sldIdLst>
            <p14:sldId id="270"/>
            <p14:sldId id="271"/>
            <p14:sldId id="272"/>
          </p14:sldIdLst>
        </p14:section>
        <p14:section name="Closing" id="{7e9be91b-49f2-49c9-cd0b-d78e89aa4f39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pede a localização do telemóvel, que 71 % aceita partilhar, e quem recusar marca o sítio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ajuda; primeiro aparece o 112 e, se não for emergência,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Dockerfile, desde o Sprint A.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 e Docker Compose, e os testes de carga usam k6. Todas as decisões estão em 13 ADRs, cada um com a escolha, as alternativas e o porquê. Dois ainda estão Propostos: o fornecedor de IA e a observabilidade, que fecham com a revisão da 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 e check-in. Could: modo de rede fraca, estado das entradas e amigos; as duas primeiras, com asterisco, o inquérito propõe subir.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Antes de 2 de novembro, o walking skeleton: um endpoint, um teste, um Dockerfile e o pipeline, a correr localmente.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CI, pela revisão do Copilot e pela aprovação de outro membro, e entra com squash merge.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pôr o walking skeleton a correr antes de 2 de novembro; fazer a entrevista ao voluntário de segurança para validar o pressuposto A4 e as personas do Miguel e da Inês; aplicar ao backlog as mudanças que o inquérito trouxe, no próximo planeamento;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answers, n = 30 who have been to a festival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phone location first, map as fallback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at the next planning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 (112 first)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triage,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· Docker 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 provider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reviewed after the survey: F17 moves to Should, F11 back to planning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before 2 Nov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endpoint, one test, a Dockerfile and the pipeline, running locally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Copilot review +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Walking skeleton (R0) running locally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before 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Apply the survey changes to the backlog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2026-10-30T23:13:07Z</dcterms:created>
  <dcterms:modified xsi:type="dcterms:W3CDTF">2026-10-30T23:13:07Z</dcterms:modified>
</cp:coreProperties>
</file>