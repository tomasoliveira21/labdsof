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6c22273-205e-0d3d-75c1-1c7b0afe3447}">
          <p14:sldIdLst>
            <p14:sldId id="256"/>
          </p14:sldIdLst>
        </p14:section>
        <p14:section name="Product" id="{cce10b7c-c028-91ff-5ea3-a3b1ff6529b9}">
          <p14:sldIdLst>
            <p14:sldId id="257"/>
            <p14:sldId id="258"/>
            <p14:sldId id="259"/>
            <p14:sldId id="260"/>
            <p14:sldId id="261"/>
          </p14:sldIdLst>
        </p14:section>
        <p14:section name="Design" id="{e733231d-48c7-7ec1-a67b-106ee591d0d3}">
          <p14:sldIdLst>
            <p14:sldId id="262"/>
            <p14:sldId id="263"/>
            <p14:sldId id="264"/>
            <p14:sldId id="265"/>
          </p14:sldIdLst>
        </p14:section>
        <p14:section name="Plan" id="{df8ffa44-1dde-fcd8-dc4c-5a5252ffc37f}">
          <p14:sldIdLst>
            <p14:sldId id="266"/>
            <p14:sldId id="267"/>
            <p14:sldId id="268"/>
            <p14:sldId id="269"/>
          </p14:sldIdLst>
        </p14:section>
        <p14:section name="Team" id="{0a1bca8e-3ba1-2e38-d9ce-3736203af46a}">
          <p14:sldIdLst>
            <p14:sldId id="270"/>
            <p14:sldId id="271"/>
            <p14:sldId id="272"/>
          </p14:sldIdLst>
        </p14:section>
        <p14:section name="Closing" id="{50832363-413b-e52d-63b5-0b4192625bb8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32,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</c:v>
                </c:pt>
                <c:pt idx="1">
                  <c:v>50</c:v>
                </c:pt>
                <c:pt idx="2">
                  <c:v>44</c:v>
                </c:pt>
                <c:pt idx="3">
                  <c:v>41</c:v>
                </c:pt>
                <c:pt idx="4">
                  <c:v>38</c:v>
                </c:pt>
                <c:pt idx="5">
                  <c:v>31</c:v>
                </c:pt>
                <c:pt idx="6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em três vagas: 21 respostas entre 3 e 6 de outubro e mais 12 a 30 de outubro. Ficam 31 pessoas que já foram a um festival académico, a maioria à Queima do Porto. É pouco, o objetivo eram 100, e é uma amostra de conveniência, por isso os números mostram direção, não valores exatos. Três coisas: primeiro, 77 % esperou mais de meia hora para entrar, é de longe o problema mais comum. Segundo, 84 % diz que usaria a aplicação durante a noite, acima da meta de 60 %. Terceiro, a facilidade de encontrar informação teve média 2,97 em 5, no limite da meta de 3. Mas as vagas discordam muito: a primeira sozinha dá 3,7 e as duas seguintes 1,6. Por isso tratamos este resultado como um indício fraco e vamos confirmá-lo com um teste em condições de noite, com ruído e rede lenta. No gráfico, a planta do recinto é a funcionalidade mais escolhida, 53 %, logo seguida do botão de ajuda, 50 %; o assistente de perguntas é a última, 9 %. A barreira mais citada foi a bateria, 47 %.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 e estão propostas à equipa: o estado das entradas por porta sobe de Could para Should, porque a espera é o problema mais comum; a rede fraca e a bateria passam a ser restrições de desenho, com páginas leves, e o modo de rede fraca volta a ser discutido; e no pedido de ajuda a marcação na planta continua a funcionar sempre, mas a localização do telemóvel passa a ser um atalho opcional, porque 69 % aceita partilhá-la e quase todos os outros preferem marcar o sítio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ajuda; primeiro aparece o 112 e, se não for emergência, escolhe a categoria e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marcado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Dockerfile, desde o Sprint A.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 e Docker Compose, e os testes de carga usam k6. Todas as decisões estão em 13 ADRs, cada um com a escolha, as alternativas e o porquê. Dois ainda estão Propostos: o fornecedor de IA e a observabilidade, que fecham com a revisão da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84 % diz que sim, mas é intenção, não comportamento. A3: uma aplicação para vários eventos, aberta por link ou QR. Em parte: 38 %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só pagamos o Copilot,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 e check-in. Could: modo de rede fraca, estado das entradas e amigos; as duas primeiras, com asterisco, o inquérito propõe subir.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Antes de 2 de novembro, o walking skeleton: um endpoint, um teste, um Dockerfile e o pipeline, a correr localmente.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CI, pela revisão do Copilot e pela aprovação de outro membro, e entra com squash merge.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pôr o walking skeleton a correr antes de 2 de novembro; fazer a entrevista ao voluntário de segurança para validar o pressuposto A4 e as personas do Miguel e da Inês; confirmar em equipa as mudanças ao backlog que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 place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77 %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84 %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 · wave 1 alone: 3.7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 in three waves (3–6 Oct and 30 Oct 2026) · 33 answers, n = 31 who have been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17 of 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31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32, network 10 of 32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map pin always, phone location optional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32 share GPS, 9 only the pin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Proposed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32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Proposed changes go to the backlog after the team confirms them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the spot on the map (112 shown first)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triage,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· Docker 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 provider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 (Proposed)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84 %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38 %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same five services and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survey proposes moving up (team to confirm) · MoSCoW, then P0–P2 and XS–XL on the GitHub Projects board · features.md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before 2 Nov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endpoint, one test, a Dockerfile and the pipeline, running locally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CI green: build, tests, image, smoke test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Copilot review +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Walking skeleton (R0) running locally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before 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Team confirms the survey changes to the backlog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2026-10-30T23:01:23Z</dcterms:created>
  <dcterms:modified xsi:type="dcterms:W3CDTF">2026-10-30T23:01:23Z</dcterms:modified>
</cp:coreProperties>
</file>