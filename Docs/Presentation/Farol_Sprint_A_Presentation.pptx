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180bb3a-e06e-3cb4-8259-dd9152db3c56}">
          <p14:sldIdLst>
            <p14:sldId id="256"/>
          </p14:sldIdLst>
        </p14:section>
        <p14:section name="Product" id="{2bb0c058-a98c-663f-b1db-1b1f314679d1}">
          <p14:sldIdLst>
            <p14:sldId id="257"/>
            <p14:sldId id="258"/>
            <p14:sldId id="259"/>
            <p14:sldId id="260"/>
            <p14:sldId id="261"/>
          </p14:sldIdLst>
        </p14:section>
        <p14:section name="Design" id="{44c0aea5-c14f-0563-c601-84f6af1bf2de}">
          <p14:sldIdLst>
            <p14:sldId id="262"/>
            <p14:sldId id="263"/>
            <p14:sldId id="264"/>
            <p14:sldId id="265"/>
          </p14:sldIdLst>
        </p14:section>
        <p14:section name="Plan" id="{8233a9d8-be00-77fc-2851-2714e7106e00}">
          <p14:sldIdLst>
            <p14:sldId id="266"/>
            <p14:sldId id="267"/>
            <p14:sldId id="268"/>
            <p14:sldId id="269"/>
          </p14:sldIdLst>
        </p14:section>
        <p14:section name="Team" id="{18886c6f-e2e8-fe7e-5118-b3c0e591fff1}">
          <p14:sldIdLst>
            <p14:sldId id="270"/>
            <p14:sldId id="271"/>
            <p14:sldId id="272"/>
          </p14:sldIdLst>
        </p14:section>
        <p14:section name="Closing" id="{eba572aa-79f9-216e-bd35-e4ad85e9cc00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31,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Help button</c:v>
                  </c:pt>
                  <c:pt idx="2">
                    <c:v>Transport home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</c:v>
                </c:pt>
                <c:pt idx="1">
                  <c:v>48</c:v>
                </c:pt>
                <c:pt idx="2">
                  <c:v>45</c:v>
                </c:pt>
                <c:pt idx="3">
                  <c:v>39</c:v>
                </c:pt>
                <c:pt idx="4">
                  <c:v>39</c:v>
                </c:pt>
                <c:pt idx="5">
                  <c:v>32</c:v>
                </c:pt>
                <c:pt idx="6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entre 3 e 6 de outubro e a 30 de outubro, com 32 respostas válidas. Ficam 30 pessoas que já foram a um festival académico, a maioria à Queima do Porto. É pouco, o objetivo eram 100, e é uma amostra de conveniência, por isso os números mostram direção, não valores exatos. Três coisas: primeiro, 80 % esperou mais de meia hora para entrar, é de longe o problema mais comum. Segundo, 87 % diz que usaria a aplicação durante a noite, acima da meta de 60 %. Terceiro, a facilidade de encontrar informação teve média 2,97 em 5, mesmo no limite da meta de 3, e o resultado depende das respostas de 30 de outubro; por isso vamos confirmá-lo com um teste em condições de noite, com ruído e rede lenta. No gráfico, a planta do recinto é a funcionalidade mais escolhida, 52 %, logo seguida do botão de ajuda, 48 %; o assistente de perguntas é a última, 10 %. A barreira mais citada foi a bateria, 48 %.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backlog: o estado das entradas por porta sobe de Could para Should, porque a espera é o problema mais comum; a bateria e a rede fraca passam a ser restrições de desenho, com páginas leves, e o modo de rede fraca volta a ser discutido; e no pedido de ajuda a aplicação pede a localização do telemóvel, que 71 % aceita partilhar, e quem recusar marca o sítio na planta.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ajuda; primeiro aparece o 112 e, se não for emergência, escolhe a categoria e partilha a localização do telemóvel; se recusar,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indicado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Dockerfile, desde o Sprint A.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 e Docker Compose, e os testes de carga usam k6. Todas as decisões estão em 13 ADRs, cada um com a escolha, as alternativas e o porquê. Dois ainda estão Propostos: o fornecedor de IA e a observabilidade, que fecham com a revisão da equipa.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87 % diz que sim, mas é intenção, não comportamento. A3: uma aplicação para vários eventos, aberta por link ou QR. Em parte: 39 %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só pagamos o Copilot,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presença, check-in e, depois do inquérito, o estado das entradas, porque a espera é o problema mais comum. Could: modo de rede fraca e amigos; o modo de rede fraca, com asterisco, volta a ser discutido no planeamento como candidato a Should.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Antes de 2 de novembro, o walking skeleton: um endpoint, um teste, um Dockerfile e o pipeline, a correr localmente.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CI, pela revisão do Copilot e pela aprovação de outro membro, e entra com squash merge.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pôr o walking skeleton a correr antes de 2 de novembro; fazer a entrevista ao voluntário de segurança para validar o pressuposto A4 e as personas do Miguel e da Inês; decidir no próximo planeamento se o modo de rede fraca sobe para Should, como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their location, or a spot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80 %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87 %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2.97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information (1–5)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and 30 Oct 2026 · 32 valid answers, n = 30 who have been to a festival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16 of 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24 of 30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15 of 31, network 10 of 31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phone location first, map as fallback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22 of 31 share GPS, 8 only the map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3 of 31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Backlog changes applied in features.md on 30 Oct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her phone location, or a spot on the map (112 first)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 triage,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· Docker 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 provider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87 %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same five services and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changed after the survey: F17 up to Should; F11 a candidate for Should · MoSCoW, then P0–P2 and XS–XL on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before 2 Nov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endpoint, one test, a Dockerfile and the pipeline, running locally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 green: build, tests, image, smoke test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Copilot review +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Walking skeleton (R0) running locally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before 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Decide on weak-network mode (F11) after the survey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2026-10-30T23:26:08Z</dcterms:created>
  <dcterms:modified xsi:type="dcterms:W3CDTF">2026-10-30T23:26:08Z</dcterms:modified>
</cp:coreProperties>
</file>