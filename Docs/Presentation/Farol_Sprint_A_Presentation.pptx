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Product" id="{0ed65b43-ed74-7b4d-ba5a-185f421e25bf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7"/>
            <p14:sldId id="268"/>
            <p14:sldId id="269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  <p14:section name="Closing" id="{63f182c1-69f6-ecb0-3588-b1b2057175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60 %; aqui são 27 de 31, porque esta pergunta conta também quem ainda não foi mas tenciona ir.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vai pedir a localização do telemóvel, que 71 % aceita partilhar, com a planta como alternativa. Fazemo-lo por fases: no Sprint B o pedido usa o ponto na planta, e a localização do telemóvel entra no Sprint C, depois de sabermos colocar uma posição GPS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Onze estão aceites; o do mapa, o ADR-007, ainda está proposto, e o ADR-011 regista a entrega local autorizada pelo professor.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o custo extra é zero, porque o Copilot é igual nos dois cenários e a equipa usa-o grátis pelo GitHub Education,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em memória, ainda sem base de dados,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O GitHub só obriga à aprovação; o CI verde e as conversas resolvidas fazem parte da Definition of Done e são verificados na revisão. A revisão do Copilot está ligada no ruleset,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 · n = 30 (80 %, 2.97) and n = 31 (87 %)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map now, phone location from Sprint C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Phased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the start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infrastructure (358 € cloud)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from Sprint B the five services and six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 in memory,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Required on main: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CI green (build, tests, image, smoke test)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