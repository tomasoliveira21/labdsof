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405d483-2e58-5d62-75ff-a3ef21ca3076}">
          <p14:sldIdLst>
            <p14:sldId id="256"/>
          </p14:sldIdLst>
        </p14:section>
        <p14:section name="Product" id="{48a41275-f54c-a4ea-058b-56690407b0f6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9ad854f-5b23-2bb0-84f7-a7267bc2bc69}">
          <p14:sldIdLst>
            <p14:sldId id="262"/>
            <p14:sldId id="263"/>
            <p14:sldId id="264"/>
            <p14:sldId id="265"/>
          </p14:sldIdLst>
        </p14:section>
        <p14:section name="Plan" id="{ace32686-c9fe-d4a4-1e1c-1f5f42393875}">
          <p14:sldIdLst>
            <p14:sldId id="266"/>
            <p14:sldId id="267"/>
            <p14:sldId id="268"/>
            <p14:sldId id="269"/>
          </p14:sldIdLst>
        </p14:section>
        <p14:section name="Team" id="{e782008c-09b8-d2b1-02f4-a34e9cd86e75}">
          <p14:sldIdLst>
            <p14:sldId id="270"/>
            <p14:sldId id="271"/>
            <p14:sldId id="272"/>
          </p14:sldIdLst>
        </p14:section>
        <p14:section name="Closing" id="{4f9afdcd-2ea5-f84e-22dd-6accf86f547c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20,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Transport home</c:v>
                  </c:pt>
                  <c:pt idx="2">
                    <c:v>Wait time at entrances</c:v>
                  </c:pt>
                  <c:pt idx="3">
                    <c:v>Help button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</c:v>
                </c:pt>
                <c:pt idx="1">
                  <c:v>50</c:v>
                </c:pt>
                <c:pt idx="2">
                  <c:v>45</c:v>
                </c:pt>
                <c:pt idx="3">
                  <c:v>45</c:v>
                </c:pt>
                <c:pt idx="4">
                  <c:v>40</c:v>
                </c:pt>
                <c:pt idx="5">
                  <c:v>25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outubro. Tivemos 21 respostas; 20 de pessoas que já foram a uma Queima, todas à do Porto. É pouco, o objetivo eram 100, e é uma amostra de conveniência, por isso os números mostram direção, não valores exatos. Três coisas: primeiro, 85 % esperou mais de meia hora para entrar, é de longe o problema mais comum. Segundo, 85 % diz que usaria a aplicação durante a noite, acima da meta de 60 %. Terceiro, uma surpresa: a facilidade de encontrar informação teve média 3,7 em 5, por isso a falta de informação não é a dor principal destas pessoas. No gráfico, a planta do recinto é a funcionalidade mais escolhida, 65 %; o assistente de perguntas é a última, 10 %. As barreiras mais citadas foram rede fraca e bateria, 40 %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 e estão propostas à equipa: o estado das entradas por porta sobe de Could para Should, porque a espera é o problema mais comum; a rede fraca e a bateria passam a ser restrições de desenho, com páginas leves, e o modo de rede fraca volta a ser discutido; e no pedido de ajuda a marcação na planta continua a funcionar sempre, mas a localização do telemóvel passa a ser um atalho opcional, porque 80 % aceita partilhá-la e ninguém recusa.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marcado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 e Docker Compose, e os testes de carga usam k6. Todas as decisões estão em 13 ADRs, cada um com a escolha, as alternativas e o porquê. Dois ainda estão Propostos: o fornecedor de IA e a observabilidade, que fecham com a revisão da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85 % diz que sim, mas é intenção, não comportamento. A3: uma aplicação para vários eventos, aberta por link ou QR. Em parte: 35 %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 e check-in. Could: modo de rede fraca, estado das entradas e amigos; as duas primeiras, com asterisco, o inquérito propõe subir.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Antes de 2 de novembro, o walking skeleton: um endpoint, um teste, um Dockerfile e o pipeline, a correr localmente.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pôr o walking skeleton a correr antes de 2 de novembro; fazer a entrevista ao voluntário de segurança para validar o pressuposto A4 e as personas do Miguel e da Inês; confirmar em equipa as mudanças ao backlog que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 place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20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85 %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85 %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3.7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finding information was fairly easy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Oct 2026 · 21 answers, n = 20 who have been to a Queima · convenience sample, all from Porto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13 of 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17 of 20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Network and battery: 8 of 20 each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map pin always, phone location optional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16 of 20 share GPS; nobody refuses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2 of 20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Proposed changes go to the backlog after the team confirms them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the spot on the map (112 shown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triage,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· Docker 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 provider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85 %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35 %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survey proposes moving up (team to confirm) · MoSCoW, then P0–P2 and XS–XL on the GitHub Projects board · features.md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2 Nov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endpoint, one test, a Dockerfile and the pipeline, running locally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Walking skeleton (R0) running locally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before 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Team confirms the survey changes to the backlog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2026-10-30T22:15:32Z</dcterms:created>
  <dcterms:modified xsi:type="dcterms:W3CDTF">2026-10-30T22:15:32Z</dcterms:modified>
</cp:coreProperties>
</file>