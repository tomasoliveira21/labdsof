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features (Bruno Lopes)" id="{b2ef1337-627e-81ae-c510-0d08fb5c3d36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Antônio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primeiro aparece o Ligar 112; se não for uma emergência,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Lighthouse icon" descr="Lighthous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ô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Antônio Guerra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/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pic>
        <p:nvPicPr>
          <p:cNvPr id="4" name="Participant app icon" descr="Participant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/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/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con: Venue map with points of interest" descr="Venue map with points of inter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/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con: Ask for help, 112 shown first" descr="Ask for help, 112 shown fir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, 112 shown first"/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help, 112 shown first</a:t>
            </a:r>
            <a:endParaRPr lang="en-US" sz="1400" dirty="0"/>
          </a:p>
        </p:txBody>
      </p:sp>
      <p:sp>
        <p:nvSpPr>
          <p:cNvPr id="12" name="Icon circle: Transport home: STCP + shuttles"/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Icon: Transport home: STCP + shuttles" descr="Transport home: STCP + shutt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/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/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: Live announcements, timestamped" descr="Live announcements, timestamp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/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/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con: Report problems on the map" descr="Report problems on the m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/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/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pic>
        <p:nvPicPr>
          <p:cNvPr id="22" name="Event team backoffice icon" descr="Event team backoffic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/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/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con: Events, roles and response teams" descr="Events, roles and response team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/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8" name="Icon: Live help requests on the map" descr="Live help requests on the ma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/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/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con: Prioritise and route requests" descr="Prioritise and route reques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/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/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4" name="Icon: Confirm or reject reports" descr="Confirm or reject report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/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/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7" name="Icon: Publish news and shuttles" descr="Publish news and shuttl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/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/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Shared map icon" descr="Lighthouse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/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/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3" name="Link right"/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4" name="Footnote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/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4" name="AI triage icon circle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AI triage icon" descr="AI tria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/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/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/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9" name="Map reports icon circle"/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Map reports icon" descr="Map repor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/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/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/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4" name="Live transport icon circle"/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Live transport icon" descr="Live transpor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/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/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/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pic>
        <p:nvPicPr>
          <p:cNvPr id="19" name="Badges icon" descr="Med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/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/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/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Wood tier label"/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/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Bronze tier label"/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/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ilver tier label"/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/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Gold tier label"/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/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Platinum tier label"/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/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Diamond tier label"/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Bruno Lopes</cp:lastModifiedBy>
  <cp:revision>1</cp:revision>
  <dcterms:created xsi:type="dcterms:W3CDTF">2026-10-09T11:01:38Z</dcterms:created>
  <dcterms:modified xsi:type="dcterms:W3CDTF">2026-10-09T11:01:38Z</dcterms:modified>
</cp:coreProperties>
</file>